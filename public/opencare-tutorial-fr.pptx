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OpenCare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0D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Plateforme Clinique SaaS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Guide Tutoriel Utilisateur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 des Matières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Premiers Pas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Aperçu du Tableau de Bord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Gestion des Patients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Documents Médicaux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Analyses et Tests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Avis Médicaux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Rapports Cliniques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45262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Ordonnances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46320" y="10058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Gestion des Tâches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846320" y="15087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Activités et Planification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846320" y="201168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Chronologie et Observations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846320" y="251460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Collaboration d'Équipe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46320" y="301752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Notifications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846320" y="352044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Profil et Paramètres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846320" y="4023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 Conseils et Bonnes Pratiques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 Premiers Pas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Bienvenue sur OpenCare! Apprenez à vous connecter et configurer votre compte en quelques minutes.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Accédez à la Page de Connexion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Ouvrez votre navigateur et allez à votre instance OpenCare.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Entrez Vos Identifiants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Tapez votre adresse e-mail et votre mot de passe.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Complétez l'Intégration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Configurez vos informations de profil.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Commencez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Vous êtes maintenant prêt à gérer vos patients!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Aperçu du Tableau de Bord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Tableau de Bord est votre centre de contrôle. Consultez tâches, activités et statistiques.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Statistiques Récapitulatives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Métriques clés: patients, tâches, analyses.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Section des Tâches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Liste ciblée avec priorités.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Activités et Calendrier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Activités programmées et rendez-vous.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Aperçu des Patients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Cartes de patients avec actions rapides.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 Gestion des Patients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Gérez toutes les informations de vos patients. Motif, antécédents, historique et bilans.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Informations Démographiques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Coordonnées et assurance.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Historique Médical (ATCDS)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Antécédents et conditions.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Facteurs de Risque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Tabac, alcool, hypertension, diabète.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Statut Actuel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Hospitalisé, en consultation ou en suivi.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📄 Documents Médicaux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OpenCare organise les documents en quatre catégories principales.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Analyses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de laboratoire et imagerie.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Avis Médicaux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Consultations spécialisées.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Rapports Cliniques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Résumés des rencontres.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Ordonnances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Prescriptions médicales.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🔬 Analyses et Tests de Laboratoire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Gérez tests, imagerie et résultats avec technologie OCR intégrée.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Bilan (Tests)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Tests sanguins et analyses.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Imagerie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Radiographies et IRM.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Anapath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Biopsies et analyses pathologiques.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Scanner OCR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Extraction automatique de données.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📑 Rapports Cliniques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Générez des rapports complets résumant rencontres, résultats et plans.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Formatage Professionnel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Avec en-têtes et signatures.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Support de Modèles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Pré-construits ou personnalisés.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Liaison Dynamique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Tirez résultats automatiquement.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Contrôle de Version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Suivez modifications.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💊 Ordonnances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Créez et délivrez ordonnances directement depuis le dossier patient.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Créer Ordonnances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Médicaments et dosages.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Modèles Personnalisés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Combinaisons fréquentes.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Prescription Rapide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Remplissez avec modèles.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Générer PDF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Exportez en PDF officiel.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Gestion des Tâches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Restez organisé avec création et assignation de tâches.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Créer Tâches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Titres et descriptions.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Gestion Priorités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Haute, moyenne ou basse.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Assignation Équipe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Déléguez le travail.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Modèles de Tâches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Flux de travail récurrents.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📅 Activités et Planification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Programmez rendez-vous et consultations avec gestion de calendrier.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Vue Calendrier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Mois, semaine ou jour.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Types d'Activités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Consultation et suivi.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Liaison Patients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Connectez aux dossiers.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Rappels Intelligents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Automatisés.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📈 Chronologie et Observations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Suivez le parcours complet du patient avec vue chronologique.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Historique Complet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Visites et tests.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Observations Rapides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Ajoutez notes.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Indicateurs Visuels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Événements colorisés.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Analyse Tendances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Suivi conditions.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👨‍⚕️ Collaboration d'Équipe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Travaillez en transparence avec votre équipe. Invitez et partagez.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Inviter Membres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Médecins et infirmières.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Gérer Permissions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Contrôlez accès.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Partager Dossiers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Patients spécifiques.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Notes Collaboratives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Travail en équipe.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🔔 Notifications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Restez informé avec notifications en temps réel.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Consultations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Alertes et réponses.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Tâches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Assignments et délais.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Résultats Tests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Résultats arrivants.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Activité Équipe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 des membres.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⚙️ Profil et Paramètres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Gérez profil personnel et préférences système.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Infos Professionnelles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Nom et spécialité.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Préférence Langue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Anglais ou Français.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Notifications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 et fréquence.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Sécurité Compte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Mot de passe et 2FA.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Conseils et Bonnes Pratiques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Tirez le meilleur parti d'OpenCare.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10312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Flux de Travail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237744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Tableau de bord quotidien.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Saisie Données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315468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Complétude et précision.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65760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Collaboration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393192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Partage et modèles.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84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Productivité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4709160"/>
            <a:ext cx="7406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OCR et délégation.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7C3A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Vous Êtes Prêt à Utiliser OpenCare!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0D5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Commencez à gérer vos patients avec efficacité.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support@opencare.com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2025-12-19T15:52:31Z</dcterms:created>
  <dcterms:modified xsi:type="dcterms:W3CDTF">2025-12-19T15:52:31Z</dcterms:modified>
</cp:coreProperties>
</file>